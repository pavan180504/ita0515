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38C8C9-3E97-4988-83D8-C25C079F40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96A427-BDF7-4D65-ABB6-B6C16DCE03A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9858" y="2235200"/>
            <a:ext cx="8465574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Comparative Technical Analysis of Image Processing and Computer Vision</a:t>
            </a:r>
            <a:br>
              <a:rPr lang="en-IN" sz="40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5368" y="4464363"/>
            <a:ext cx="4778477" cy="1655762"/>
          </a:xfrm>
        </p:spPr>
        <p:txBody>
          <a:bodyPr>
            <a:normAutofit fontScale="25000" lnSpcReduction="20000"/>
          </a:bodyPr>
          <a:lstStyle/>
          <a:p>
            <a:r>
              <a:rPr lang="en-US" sz="10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10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A.Shiva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Shankar Reddy(192425174)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Jeswanth Kumar S (192321056)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K.Mounith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(192425090)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Pavan Jana(192472313)</a:t>
            </a:r>
            <a:endParaRPr lang="en-US" alt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Raghavendra(192421354)</a:t>
            </a:r>
            <a:endParaRPr lang="en-US" alt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604387"/>
            <a:ext cx="3116826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Dr.Carmel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Belinda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1149" y="849726"/>
            <a:ext cx="9625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Batch-04 TECHNICAL PRESENTATION 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808" y="489155"/>
            <a:ext cx="10018713" cy="8382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Introduction</a:t>
            </a:r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374" y="2122871"/>
            <a:ext cx="7236541" cy="4351338"/>
          </a:xfrm>
        </p:spPr>
        <p:txBody>
          <a:bodyPr>
            <a:normAutofit fontScale="85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improving or modifying digital images.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operations such as filtering, enhancement, restoration, and compression.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an improved version of the original image.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computers to understand </a:t>
            </a:r>
            <a:r>
              <a:rPr lang="en-US" alt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 images or videos.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and Deep Learning to recognize objects and make decisions.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meaningful information rather than just an enhanced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I generated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406" y="2122871"/>
            <a:ext cx="3716594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479" y="2611"/>
            <a:ext cx="10018713" cy="107030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665" y="1825625"/>
            <a:ext cx="657778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Image Processing.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both technologies based on their scope and functionality.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and algorithms used in each domain.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real-world applications.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advantages and limitations.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Image Processing supports Computer Vision.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050" name="Picture 2" descr="AI generated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445" y="2079855"/>
            <a:ext cx="4070555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647" y="1"/>
            <a:ext cx="10018713" cy="1366684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4647" y="1825625"/>
            <a:ext cx="6774786" cy="4351338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such as healthcare, autonomous vehicles, surveillance, robotics, and industrial automation require computers to process and interpret visual information accurately.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people confuse Image Processing with Computer Vision, even though they solve different problems.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compare both domains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objectives, workflows, techniques, outputs, applications, advantages, and limitations to clearly understand their roles in intelligent visual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433" y="1690688"/>
            <a:ext cx="3975765" cy="4070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4143" y="270637"/>
            <a:ext cx="10018713" cy="73987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3536" y="1425678"/>
            <a:ext cx="6528620" cy="5161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1275" y="22276"/>
            <a:ext cx="10018713" cy="975852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&amp; Algorithms</a:t>
            </a:r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413" y="1315065"/>
            <a:ext cx="5159477" cy="4893648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Techniques</a:t>
            </a:r>
            <a:endParaRPr lang="en-IN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Filtering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Operations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Filter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 Operator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Edge Detector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7541342" y="1297859"/>
            <a:ext cx="44613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Techniques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Segmentation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R-CNN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4143" y="0"/>
            <a:ext cx="10018713" cy="1300316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813" y="1943612"/>
            <a:ext cx="5474110" cy="435133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Image Processing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Enhancement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 Processing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Editing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Recognition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Scanning</a:t>
            </a:r>
            <a:br>
              <a:rPr lang="en-IN" sz="2400" dirty="0"/>
            </a:br>
            <a:endParaRPr lang="en-IN" sz="2400" dirty="0"/>
          </a:p>
          <a:p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197213" y="1779639"/>
            <a:ext cx="46408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Computer Vision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Systems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(Text Recognition)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627" y="232440"/>
            <a:ext cx="10018713" cy="89719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IN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627" y="1496168"/>
            <a:ext cx="6617470" cy="435133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AI and Deep Learning.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smart cities, traffic control, and surveillance.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Improvements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disease detection using medical images.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Vision Systems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robots, self-driving cars, AR, and VR.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749" y="1932832"/>
            <a:ext cx="401925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7897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enhances and transforms digital images using filtering, segmentation, restoration, and enhancement techniques.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uses Artificial Intelligence and Deep Learning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images, recognize objects, and make intelligent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complement each other in modern applications such as healthcare, autonomous vehicles, security, robotics, and industrial automation.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differences between these domains helps in selecting the appropriate technology for solving real-world visual computing problems.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1,000+ Best Thank You Images · 100% Free Download · Pexels Stock Photo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2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0</TotalTime>
  <Words>3126</Words>
  <Application>WPS Presentation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Corbel</vt:lpstr>
      <vt:lpstr>Calibri</vt:lpstr>
      <vt:lpstr>Parallax</vt:lpstr>
      <vt:lpstr>Comparative Technical Analysis of Image Processing and Computer Vision  </vt:lpstr>
      <vt:lpstr> Introduction</vt:lpstr>
      <vt:lpstr>Objectives</vt:lpstr>
      <vt:lpstr>Problem Statement</vt:lpstr>
      <vt:lpstr>Architecture Diagram </vt:lpstr>
      <vt:lpstr>Techniques &amp; Algorithms</vt:lpstr>
      <vt:lpstr>Applications</vt:lpstr>
      <vt:lpstr>FUTURE SCOPE 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Ambati Shiva Shankar Reddy</dc:creator>
  <cp:lastModifiedBy>ALLU THANMAI</cp:lastModifiedBy>
  <cp:revision>10</cp:revision>
  <dcterms:created xsi:type="dcterms:W3CDTF">2026-07-24T06:19:00Z</dcterms:created>
  <dcterms:modified xsi:type="dcterms:W3CDTF">2026-07-27T05:16:49Z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39E3B2A40E974ABCBEF3A4B85014B8C9_13</vt:lpwstr>
  </property>
  <property fmtid="{D5CDD505-2E9C-101B-9397-08002B2CF9AE}" pid="3" name="KSOProductBuildVer">
    <vt:lpwstr>1033-12.1.0.26880</vt:lpwstr>
  </property>
</Properties>
</file>